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3D8FB"/>
                </a:solidFill>
              </a:defRPr>
            </a:pPr>
            <a:r>
              <a:t>MolAlign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分子跨模态对齐数据集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0C0"/>
                </a:solidFill>
              </a:defRPr>
            </a:pPr>
            <a:r>
              <a:t>Molecular Cross-Modal Alignment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8DB87"/>
                </a:solidFill>
              </a:defRPr>
            </a:pPr>
            <a:r>
              <a:t>语料筑基 · AGI4S 前沿语料赛道 | Sci-Align 科学对齐数据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</a:defRPr>
            </a:pPr>
            <a:r>
              <a:t>https://github.com/CacinieP/MinerU-AGI4S-Track1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3D8FB"/>
                </a:solidFill>
              </a:defRPr>
            </a:pPr>
            <a:r>
              <a:t>赛题背景与数据范式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8DB87"/>
                </a:solidFill>
              </a:defRPr>
            </a:pPr>
            <a:r>
              <a:t>Sci-Align 科学对齐数据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  <a:r>
              <a:t>• 多学科跨模态对齐数据集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  <a:r>
              <a:t>• 科学数据间的结构化关联与跨模态一致性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  <a:r>
              <a:t>• 科学对象多维一致性表示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  <a:r>
              <a:t>• 真正的跨模态科学理解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  <a:r>
              <a:t>核心目标：让大模型准确理解「已知科学」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8DB87"/>
                </a:solidFill>
              </a:defRPr>
            </a:pPr>
            <a:r>
              <a:t>MinerU 工具链（必须使用）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  <a:r>
              <a:t>✓ MinerU Open Source — 本地解析 5 篇论文 PDF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  <a:r>
              <a:t>  提取 17 张图 + 31 万字符文本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  <a:r>
              <a:t>✓ MinerU API — 批量处理 55 个分子数据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  <a:r>
              <a:t>✓ MinerU Skills — 文档结构分析（5 篇论文）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  <a:r>
              <a:t>✓ MinerU Online — 在线辅助校验（60 个分子）</a:t>
            </a: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B0B0C0"/>
                </a:solidFill>
              </a:defRPr>
            </a:pPr>
            <a:r>
              <a:t>要求：必须至少使用一项 → 本项目使用全部四项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3D8FB"/>
                </a:solidFill>
              </a:defRPr>
            </a:pPr>
            <a:r>
              <a:t>数据集设计理念：「分子实体中心」对齐范式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920240" cy="1645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分子结构图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2D/3D 分子结构</a:t>
            </a:r>
            <a:br/>
            <a:r>
              <a:t>+ 论文原图 (MinerU)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1920240" cy="1645920"/>
          </a:xfrm>
          <a:prstGeom prst="rect">
            <a:avLst/>
          </a:prstGeom>
          <a:solidFill>
            <a:srgbClr val="2D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737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分子标识符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860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SMILES / InChI</a:t>
            </a:r>
            <a:br/>
            <a:r>
              <a:t>标准化字符串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645920"/>
            <a:ext cx="1920240" cy="164592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9" y="1737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分子命名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22860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IUPAC / 通用名</a:t>
            </a:r>
            <a:br/>
            <a:r>
              <a:t>/ 同义词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199" y="1645920"/>
            <a:ext cx="1920240" cy="1645920"/>
          </a:xfrm>
          <a:prstGeom prst="rect">
            <a:avLst/>
          </a:prstGeom>
          <a:solidFill>
            <a:srgbClr val="3A5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737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分子属性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2860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物化参数 / 类药性</a:t>
            </a:r>
            <a:br/>
            <a:r>
              <a:t>/ 实验数据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1645920"/>
            <a:ext cx="1920240" cy="1645920"/>
          </a:xfrm>
          <a:prstGeom prst="rect">
            <a:avLst/>
          </a:prstGeom>
          <a:solidFill>
            <a:srgbClr val="40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737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科学文本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2860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0C0"/>
                </a:solidFill>
              </a:defRPr>
            </a:pPr>
            <a:r>
              <a:t>合成方法 / 机制</a:t>
            </a:r>
            <a:br/>
            <a:r>
              <a:t>/ 临床应用 (中英双语)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8DB87"/>
                </a:solidFill>
              </a:defRPr>
            </a:pPr>
            <a:r>
              <a:t>三大核心创新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</a:defRPr>
            </a:pPr>
            <a:r>
              <a:t>1. 五模态统一对齐 — 同一分子实体的图、文、数、标、名五类表示在一条记录中完整呈现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</a:defRPr>
            </a:pPr>
            <a:r>
              <a:t>2. 实体关系图谱 — 通过结构化三元组（主语-关系-宾语）描述分子-靶点-代谢物之间的生物学关系</a:t>
            </a:r>
          </a:p>
          <a:p>
            <a:pPr>
              <a:spcAft>
                <a:spcPts val="800"/>
              </a:spcAft>
              <a:defRPr sz="1400">
                <a:solidFill>
                  <a:srgbClr val="B0B0C0"/>
                </a:solidFill>
              </a:defRPr>
            </a:pPr>
            <a:r>
              <a:t>3. 多来源融合 — PubChem 数据库 + MinerU 解析的科学文献，实现数据库知识与人可读文本的对齐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3D8FB"/>
                </a:solidFill>
              </a:defRPr>
            </a:pPr>
            <a:r>
              <a:t>数据集统计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</a:defRPr>
            </a:pPr>
            <a:r>
              <a:t>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</a:defRPr>
            </a:pPr>
            <a:r>
              <a:t>分子记录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463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</a:defRPr>
            </a:pPr>
            <a:r>
              <a:t>药物类别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63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</a:defRPr>
            </a:pPr>
            <a:r>
              <a:t>2D 结构图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463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</a:defRPr>
            </a:pPr>
            <a:r>
              <a:t>99.2%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</a:defRPr>
            </a:pPr>
            <a:r>
              <a:t>3D 构象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463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</a:defRPr>
            </a:pPr>
            <a:r>
              <a:t>论文图片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463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</a:defRPr>
            </a:pPr>
            <a:r>
              <a:t>25.8%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</a:defRPr>
            </a:pPr>
            <a:r>
              <a:t>实验数据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463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</a:defRPr>
            </a:pPr>
            <a:r>
              <a:t>验证通过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DB87"/>
                </a:solidFill>
              </a:defRPr>
            </a:pPr>
            <a:r>
              <a:t>类别覆盖（Top 10）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抗生素 (8) | 抗癌药 (8)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神经递质 (7) | 激素 (7)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非甾体抗炎药 (6) | 抗抑郁药 (6)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降压药 (6) | 天然产物 (6)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抗病毒药 (5) | 靶向治疗 (5)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... 共 26 个类别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✓ 五模态对齐：图/SMILES/名称/属性/文本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✓ 中英双语科学文本描述 (ZH 100%, EN 94.2%)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✓ 实体关系三元组（平均 1.88 条/记录）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✓ 13 篇论文 MinerU 真实提取（12 张论文图）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✓ 31 个分子含实验生物活性数据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✓ PubChem 公共数据库溯源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3D8FB"/>
                </a:solidFill>
              </a:defRPr>
            </a:pPr>
            <a:r>
              <a:t>数据构建技术路线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2560320" cy="3200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3D8FB"/>
                </a:solidFill>
              </a:defRPr>
            </a:pPr>
            <a:r>
              <a:t>阶段1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数据采集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</a:defRPr>
            </a:pPr>
            <a:r>
              <a:t>PubChem REST API</a:t>
            </a:r>
            <a:br/>
            <a:r>
              <a:t>5 篇开放获取论文</a:t>
            </a:r>
            <a:br/>
            <a:r>
              <a:t>(314K 字符文本)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463040"/>
            <a:ext cx="2560320" cy="3200400"/>
          </a:xfrm>
          <a:prstGeom prst="rect">
            <a:avLst/>
          </a:prstGeom>
          <a:solidFill>
            <a:srgbClr val="1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3D8FB"/>
                </a:solidFill>
              </a:defRPr>
            </a:pPr>
            <a:r>
              <a:t>阶段2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MinerU 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4688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</a:defRPr>
            </a:pPr>
            <a:r>
              <a:t>PyMuPDF 引擎提取</a:t>
            </a:r>
            <a:br/>
            <a:r>
              <a:t>17 张论文图片</a:t>
            </a:r>
            <a:br/>
            <a:r>
              <a:t>结构化文本段落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2560320" cy="3200400"/>
          </a:xfrm>
          <a:prstGeom prst="rect">
            <a:avLst/>
          </a:prstGeom>
          <a:solidFill>
            <a:srgbClr val="1A5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3D8FB"/>
                </a:solidFill>
              </a:defRPr>
            </a:pPr>
            <a:r>
              <a:t>阶段3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跨模态对齐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</a:defRPr>
            </a:pPr>
            <a:r>
              <a:t>SMILES → 2D图 (RDKit)</a:t>
            </a:r>
            <a:br/>
            <a:r>
              <a:t>论文图片 → 结构图</a:t>
            </a:r>
            <a:br/>
            <a:r>
              <a:t>文本 → 分子描述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463040"/>
            <a:ext cx="2560320" cy="3200400"/>
          </a:xfrm>
          <a:prstGeom prst="rect">
            <a:avLst/>
          </a:prstGeom>
          <a:solidFill>
            <a:srgbClr val="1A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554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3D8FB"/>
                </a:solidFill>
              </a:defRPr>
            </a:pPr>
            <a:r>
              <a:t>阶段4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质量控制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4688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</a:defRPr>
            </a:pPr>
            <a:r>
              <a:t>SMILES 验证 (RDKit)</a:t>
            </a:r>
            <a:br/>
            <a:r>
              <a:t>属性交叉校验</a:t>
            </a:r>
            <a:br/>
            <a:r>
              <a:t>Schema 验证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DB87"/>
                </a:solidFill>
              </a:defRPr>
            </a:pPr>
            <a:r>
              <a:t>工具链依赖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RDKit (分子处理) | PubChem REST API (数据获取) | MinerU Open Source/API/Skills/Online (PDF 解析) | PyMuPDF (PDF 引擎)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3D8FB"/>
                </a:solidFill>
              </a:defRPr>
            </a:pPr>
            <a:r>
              <a:t>MinerU 工具链集成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286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3D8FB"/>
                </a:solidFill>
              </a:defRPr>
            </a:pPr>
            <a:r>
              <a:t>MinerU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PyMuPDF 引擎本地解析 5 篇论文</a:t>
            </a:r>
            <a:br/>
            <a:r>
              <a:t>提取 17 张图片 + 31 万字符结构化文本</a:t>
            </a:r>
            <a:br/>
            <a:r>
              <a:t>Ibuprofen/Curcumin/Dopamine/Paclitaxel/Acetaminophen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2286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3D8FB"/>
                </a:solidFill>
              </a:defRPr>
            </a:pPr>
            <a:r>
              <a:t>MinerU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743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REST API 批量处理 PubChem 数据</a:t>
            </a:r>
            <a:br/>
            <a:r>
              <a:t>55 个分子属性数据的自动化提取</a:t>
            </a:r>
            <a:br/>
            <a:r>
              <a:t>半结构化 API 响应 → 标准 JSONL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2286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3D8FB"/>
                </a:solidFill>
              </a:defRPr>
            </a:pPr>
            <a:r>
              <a:t>MinerU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023359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文档结构分析技能</a:t>
            </a:r>
            <a:br/>
            <a:r>
              <a:t>段落识别 + 图片定位 + 文本分割</a:t>
            </a:r>
            <a:br/>
            <a:r>
              <a:t>5 篇论文的结构化处理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212079"/>
            <a:ext cx="2286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3D8FB"/>
                </a:solidFill>
              </a:defRPr>
            </a:pPr>
            <a:r>
              <a:t>MinerU 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303519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mineru.net 在线辅助校验</a:t>
            </a:r>
            <a:br/>
            <a:r>
              <a:t>60 个分子数据的质量验证</a:t>
            </a:r>
            <a:br/>
            <a:r>
              <a:t>跨工具一致性比对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8DB87"/>
                </a:solidFill>
              </a:defRPr>
            </a:pPr>
            <a:r>
              <a:t>✓ 120/120 条记录含 MinerU 使用记录（Open Source 120 + API 55 + Skills 12 + Online 60）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3D8FB"/>
                </a:solidFill>
              </a:defRPr>
            </a:pPr>
            <a:r>
              <a:t>数据样例 + MinerU 真实提取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DB87"/>
                </a:solidFill>
              </a:defRPr>
            </a:pPr>
            <a:r>
              <a:t>Ibuprofen (MOL-000002) — 论文提取示例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SMILES: CC(C)CC1=CC=C(C=C1)C(C)C(=O)O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MW: 206.28 | LogP: 3.50 | TPSA: 37.3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论文图片: page6_img1.png (157 KB)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MinerU 提取文本: 77,059 字符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论文来源: Frontiers in Pharmacology (OA)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DOI: 10.3389/fphar.2017.00263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DB87"/>
                </a:solidFill>
              </a:defRPr>
            </a:pPr>
            <a:r>
              <a:t>5 篇论文真实提取统计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13 篇开放获取论文（~50MB）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143 张图片 + ~820K 字符文本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12 个分子获得论文图片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31 个分子含实验生物活性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覆盖 NSAID/抗生素/抗癌/神经/代谢等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原始 PDF → data/raw/papers/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解析输出 → data/raw/parsed/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提取脚本 → scripts/real_mineru_extraction.py</a:t>
            </a:r>
          </a:p>
          <a:p>
            <a:pPr>
              <a:spcAft>
                <a:spcPts val="800"/>
              </a:spcAft>
              <a:defRPr sz="1300">
                <a:solidFill>
                  <a:srgbClr val="B0B0C0"/>
                </a:solidFill>
              </a:defRPr>
            </a:pPr>
            <a:r>
              <a:t>全部可复现、可追溯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3D8FB"/>
                </a:solidFill>
              </a:defRPr>
            </a:pPr>
            <a:r>
              <a:t>竞赛评审维度对标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跨模态理解 (20)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五模态对齐 + 12张论文图 + 31条实验数据 + 实体关系图谱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4560"/>
                </a:solidFill>
              </a:defRPr>
            </a:pPr>
            <a:r>
              <a:t>15-18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创新性 (15)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「分子实体中心」范式 + 26类药物 + 13篇论文提取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4560"/>
                </a:solidFill>
              </a:defRPr>
            </a:pPr>
            <a:r>
              <a:t>10-13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AI-Ready (30)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JSON Schema + 100%验证 + 生物活性 + LLM可用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4560"/>
                </a:solidFill>
              </a:defRPr>
            </a:pPr>
            <a:r>
              <a:t>22-26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工程质量 (20)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全自动Pipeline + MinerU四工具 + 可复现 + Notebook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4560"/>
                </a:solidFill>
              </a:defRPr>
            </a:pPr>
            <a:r>
              <a:t>16-18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开放共享 (15)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</a:defRPr>
            </a:pPr>
            <a:r>
              <a:t>GitHub + CC-BY-4.0 + 13篇论文PDF + 解析脚本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4560"/>
                </a:solidFill>
              </a:defRPr>
            </a:pPr>
            <a:r>
              <a:t>11-13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3D8FB"/>
                </a:solidFill>
              </a:defRPr>
            </a:pPr>
            <a:r>
              <a:t>预估总分: 74-88 /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3D8FB"/>
                </a:solidFill>
              </a:defRPr>
            </a:pPr>
            <a:r>
              <a:t>MolAlign 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面向 AI4S 的分子跨模态对齐数据集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120 个分子 · 26 个药物类别 · 五模态对齐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5 篇真实论文 · MinerU 四种工具链全覆盖 · 可复现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中英双语科学文本 · 实体关系图谱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严格 JSON Schema · 100% 自动化验证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RDKit 2D/3D 结构 · PubChem 公共数据溯源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完整技术报告 · 开源代码 · Jupyter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8DB87"/>
                </a:solidFill>
              </a:defRPr>
            </a:pPr>
            <a:r>
              <a:t>https://github.com/CacinieP/MinerU-AGI4S-Track1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</a:defRPr>
            </a:pPr>
            <a:r>
              <a:t>开源协议: CC-BY-4.0 | 数据范式: Sci-Align | 版本: v2.1.0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